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f0c90377f4c37" /><Relationship Type="http://schemas.openxmlformats.org/officeDocument/2006/relationships/extended-properties" Target="/docProps/app.xml" Id="Rc5f21575d8df4da8" /><Relationship Type="http://schemas.openxmlformats.org/officeDocument/2006/relationships/officeDocument" Target="/ppt/presentation.xml" Id="R6e7a9922aa51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f95b4223443e1"/>
  </p:sldMasterIdLst>
  <p:notesMasterIdLst>
    <p:notesMasterId xmlns:r="http://schemas.openxmlformats.org/officeDocument/2006/relationships" r:id="Ree237cbd454042b7"/>
  </p:notesMasterIdLst>
  <p:sldIdLst>
    <p:sldId xmlns:r="http://schemas.openxmlformats.org/officeDocument/2006/relationships" id="256" r:id="R09eb546892ea4171"/>
    <p:sldId xmlns:r="http://schemas.openxmlformats.org/officeDocument/2006/relationships" id="257" r:id="Rbed0ae2579be41f6"/>
    <p:sldId xmlns:r="http://schemas.openxmlformats.org/officeDocument/2006/relationships" id="258" r:id="R2d6a7dc8cb18496d"/>
    <p:sldId xmlns:r="http://schemas.openxmlformats.org/officeDocument/2006/relationships" id="259" r:id="Rcf0fbdf96be54f91"/>
    <p:sldId xmlns:r="http://schemas.openxmlformats.org/officeDocument/2006/relationships" id="260" r:id="Ra5125ff2d7574f81"/>
    <p:sldId xmlns:r="http://schemas.openxmlformats.org/officeDocument/2006/relationships" id="261" r:id="Ra3bb8b779cd64672"/>
    <p:sldId xmlns:r="http://schemas.openxmlformats.org/officeDocument/2006/relationships" id="262" r:id="R71f8b06e0ce047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f95b4223443e1" /><Relationship Type="http://schemas.openxmlformats.org/officeDocument/2006/relationships/theme" Target="/ppt/theme/theme1.xml" Id="Rdd94af154b8546b0" /><Relationship Type="http://schemas.openxmlformats.org/officeDocument/2006/relationships/notesMaster" Target="/ppt/notesMasters/notesMaster1.xml" Id="Ree237cbd454042b7" /><Relationship Type="http://schemas.openxmlformats.org/officeDocument/2006/relationships/presProps" Target="/ppt/presProps.xml" Id="Rb06d00e6400c46f8" /><Relationship Type="http://schemas.openxmlformats.org/officeDocument/2006/relationships/viewProps" Target="/ppt/viewProps.xml" Id="Rd9dcc6543c3e4886" /><Relationship Type="http://schemas.openxmlformats.org/officeDocument/2006/relationships/tableStyles" Target="/ppt/tableStyles.xml" Id="R6991e6b806654773" /><Relationship Type="http://schemas.openxmlformats.org/officeDocument/2006/relationships/slide" Target="/ppt/slides/slide1.xml" Id="R09eb546892ea4171" /><Relationship Type="http://schemas.openxmlformats.org/officeDocument/2006/relationships/slide" Target="/ppt/slides/slide2.xml" Id="Rbed0ae2579be41f6" /><Relationship Type="http://schemas.openxmlformats.org/officeDocument/2006/relationships/slide" Target="/ppt/slides/slide3.xml" Id="R2d6a7dc8cb18496d" /><Relationship Type="http://schemas.openxmlformats.org/officeDocument/2006/relationships/slide" Target="/ppt/slides/slide4.xml" Id="Rcf0fbdf96be54f91" /><Relationship Type="http://schemas.openxmlformats.org/officeDocument/2006/relationships/slide" Target="/ppt/slides/slide5.xml" Id="Ra5125ff2d7574f81" /><Relationship Type="http://schemas.openxmlformats.org/officeDocument/2006/relationships/slide" Target="/ppt/slides/slide6.xml" Id="Ra3bb8b779cd64672" /><Relationship Type="http://schemas.openxmlformats.org/officeDocument/2006/relationships/slide" Target="/ppt/slides/slide7.xml" Id="R71f8b06e0ce0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78d87eea0f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287c4fc304561" /><Relationship Type="http://schemas.openxmlformats.org/officeDocument/2006/relationships/notesMaster" Target="/ppt/notesMasters/notesMaster1.xml" Id="R9fd0fc463b704c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8b90dab354e62" /><Relationship Type="http://schemas.openxmlformats.org/officeDocument/2006/relationships/notesMaster" Target="/ppt/notesMasters/notesMaster1.xml" Id="Rf4cdcc48a10341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90a4baf5541cb" /><Relationship Type="http://schemas.openxmlformats.org/officeDocument/2006/relationships/notesMaster" Target="/ppt/notesMasters/notesMaster1.xml" Id="R6aed0fc34ecd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f1e2465664227" /><Relationship Type="http://schemas.openxmlformats.org/officeDocument/2006/relationships/notesMaster" Target="/ppt/notesMasters/notesMaster1.xml" Id="Rc9d9e53abda5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4bc4b1d3774293" /><Relationship Type="http://schemas.openxmlformats.org/officeDocument/2006/relationships/notesMaster" Target="/ppt/notesMasters/notesMaster1.xml" Id="R4647afa5963f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df5bb0d8c4e58" /><Relationship Type="http://schemas.openxmlformats.org/officeDocument/2006/relationships/notesMaster" Target="/ppt/notesMasters/notesMaster1.xml" Id="R7579dc9ae3df41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58517c593c463a" /><Relationship Type="http://schemas.openxmlformats.org/officeDocument/2006/relationships/notesMaster" Target="/ppt/notesMasters/notesMaster1.xml" Id="R2b14b499f65d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717c5596d45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b83e7caab4d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aef5e6e764906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8bb15bfaf4987" /><Relationship Type="http://schemas.openxmlformats.org/officeDocument/2006/relationships/theme" Target="/ppt/theme/theme1.xml" Id="Rad9e9c40621d4f84" /><Relationship Type="http://schemas.openxmlformats.org/officeDocument/2006/relationships/slideLayout" Target="/ppt/slideLayouts/slideLayout2.xml" Id="Raf21372b77c1488e" /><Relationship Type="http://schemas.openxmlformats.org/officeDocument/2006/relationships/slideLayout" Target="/ppt/slideLayouts/slideLayout3.xml" Id="Rb83012f381d24885" /><Relationship Type="http://schemas.openxmlformats.org/officeDocument/2006/relationships/slideLayout" Target="/ppt/slideLayouts/slideLayout4.xml" Id="R5a961220e3dc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0c88bb15bfaf4987"/>
    <p:sldLayoutId xmlns:r="http://schemas.openxmlformats.org/officeDocument/2006/relationships" id="2147483649" r:id="Raf21372b77c1488e"/>
    <p:sldLayoutId xmlns:r="http://schemas.openxmlformats.org/officeDocument/2006/relationships" id="2147483650" r:id="Rb83012f381d24885"/>
    <p:sldLayoutId xmlns:r="http://schemas.openxmlformats.org/officeDocument/2006/relationships" id="2147483651" r:id="R5a961220e3dc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63191b36844215" /><Relationship Type="http://schemas.openxmlformats.org/officeDocument/2006/relationships/notesSlide" Target="/ppt/notesSlides/notesSlide1.xml" Id="R0199543e244847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82e0b071b214dac" /><Relationship Type="http://schemas.openxmlformats.org/officeDocument/2006/relationships/notesSlide" Target="/ppt/notesSlides/notesSlide2.xml" Id="R83e19aceb2cf46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2cae309a95d49dc" /><Relationship Type="http://schemas.openxmlformats.org/officeDocument/2006/relationships/notesSlide" Target="/ppt/notesSlides/notesSlide3.xml" Id="Rdb958800287e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65a95a36db4c94" /><Relationship Type="http://schemas.openxmlformats.org/officeDocument/2006/relationships/notesSlide" Target="/ppt/notesSlides/notesSlide4.xml" Id="Re4b8fe7d2d7f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765d209c15d4c63" /><Relationship Type="http://schemas.openxmlformats.org/officeDocument/2006/relationships/notesSlide" Target="/ppt/notesSlides/notesSlide5.xml" Id="Rc3b4b07c9a10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440f07fc641d0" /><Relationship Type="http://schemas.openxmlformats.org/officeDocument/2006/relationships/image" Target="/ppt/media/image.png" Id="R8f5f054675304068" /><Relationship Type="http://schemas.openxmlformats.org/officeDocument/2006/relationships/notesSlide" Target="/ppt/notesSlides/notesSlide6.xml" Id="Ra64fec1c5742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a338cf24bf454a" /><Relationship Type="http://schemas.openxmlformats.org/officeDocument/2006/relationships/notesSlide" Target="/ppt/notesSlides/notesSlide7.xml" Id="R834284256a9447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31B55-544E-4C4A-BFD7-08470A1C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C565F-7352-42E3-88D2-F81AC04B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D37EB-9DD2-4B48-AF7D-A4E355C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01 / PROBLEM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FBEB4-A03B-445E-8CB1-86CAAB7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把量子路由做成可用工具，而不是静态展示页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9441F-4AB4-49C4-AE43-650E595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26E9A-6D6D-4AC7-9EBE-4191BAF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EA985-77C5-4C00-922F-A0B822A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Logical circuit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OpenQASM /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F99A4-D85C-4B7F-B523-555B202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C1B9B-54FC-4974-831D-72950AC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3A247-2915-43FC-9AF0-FF77337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98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Hardware topology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IBM Tokyo 20Q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A7341-6233-445B-A339-117E63F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D89AD-0ADB-4783-98FA-AB2444B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210FE-D393-4F63-994D-5A95682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SABRE heuristic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lookahead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880A5-48BC-4B42-BD2C-44EA8320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574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31E72-E8D1-4DD7-8E30-5A765E7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847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33E52-7C5F-4743-9BEA-C95E508B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SWAP / depth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match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EFCA9-78F1-45C6-8219-7B28AAD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431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06533-48D2-4B45-82C7-35ED1AA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3E965-26CB-45F5-8504-06DD0DC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35C16-BBA3-4A56-A4C4-C636D7E8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009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3DCCF-64B9-4FAB-A999-1E904075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课程交付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3D835-1801-4763-A473-FD2BD75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量子信息网站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35890-4185-4853-BDAD-C8D2D47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用户能选电路、跑算法、看解释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31574-D79E-4D53-8569-C53B85B3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3009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EE81E-B09C-43B1-BEF6-B8089B67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课程交付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C3838-5F08-4C9D-89AF-40F06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算法大作业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0F9BC-335B-450C-81DB-C596C867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展示算法选择、实验和工作量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F39FE-AA9C-4932-A767-3750307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76700"/>
            <a:ext cx="3009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3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394D4-6192-4688-B7AC-27549C5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底线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C1F648-FCA5-4CA0-BB07-572615B3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不夸大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073CC-A4E3-402E-8B93-F74B5CC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所有结论必须能被脚本或网站复现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F4BFFC-6D3B-44A8-B03D-C91387C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Source: docs/technical/02_宏观任务看板.md §19, §23.</a:t>
            </a:r>
          </a:p>
        </p:txBody>
      </p:sp>
    </p:spTree>
    <p:extLst>
      <p:ext uri="{BB962C8B-B14F-4D97-AF65-F5344CB8AC3E}">
        <p14:creationId xmlns:p14="http://schemas.microsoft.com/office/powerpoint/2010/main" val="19585423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F0750-82FA-47BE-AD27-9644F80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0FB0-EE72-469C-BCC1-BF4E682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16BD4-2E55-425B-80C6-1B107E7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02 / WHY ALGORITHMIC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C4A04-B45D-4B61-AEE0-5F41143D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路由难点在于每次 SWAP 都会改变后续搜索状态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FA93C-BEDF-4A4A-8495-0144391B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8BA9-BFD2-4350-80FF-4C23B054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Logical DAG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D04DE-06FA-444F-A94A-1DF585DE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门依赖决定可执行前沿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E7C97-B5A9-4174-A0D8-8817329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35E98-71E9-4AA1-B9BE-6245E05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12ADA-DF84-4F11-8FF6-1F80095A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Mapping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9F6E5-2D87-4F8A-B3BC-5E5D00C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逻辑比特映射到物理比特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9A170-A3CE-406D-BB61-BBBD4DD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6656C-1665-44EA-8771-48C41FF7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56432-B288-427D-9721-66FC096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Candidate SWAP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8087B-2150-426B-8831-7DA364D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每一步都有多种候选交换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4CDCD-43AC-4B7D-8BBE-9F82F5F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18C31-ACB1-41F2-9032-31956DF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C2448-D80C-4FA9-814D-FFFB679F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New 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C314A-737E-4C1E-A9F6-4AB49ABA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插入 SWAP 后指标和状态变化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0C428-6878-4B36-9510-C26C138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10E24-4CF6-4D6D-9DFF-107A422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优化指标不是单一数字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34850-AA74-41C1-8B00-770C5FF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完成率、SWAP、depth、双比特门数量、runtime 必须一起看；只报最好数字会误导算法选择。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D5AA7-6783-4B11-964E-6C6F315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536CC-45D2-4A07-B8B7-ED037B9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展示策略：点到为止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A978E-777E-44FE-8784-7599853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这页解释“为什么是算法问题”，不把 SABRE 或 MCTS 讲成课堂教程。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1B506-173B-44FA-8A49-AF5E5672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Message: algorithmic complexity justifies candidate screening and controlled experiments.</a:t>
            </a:r>
          </a:p>
        </p:txBody>
      </p:sp>
    </p:spTree>
    <p:extLst>
      <p:ext uri="{BB962C8B-B14F-4D97-AF65-F5344CB8AC3E}">
        <p14:creationId xmlns:p14="http://schemas.microsoft.com/office/powerpoint/2010/main" val="14867084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E09E1-A74D-4354-8D6F-3793F13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864AF-FA99-43BD-BCAD-502D2B7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B6E18-5ED1-4E51-A1CF-F0D0911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03 / CANDIDATE SCREENING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B6AD5-67D1-47AB-BE19-B123B530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候选路线先分层筛选：实用、可解释、研究型分开处理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4E1E8-0973-4D98-84F1-096E129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C4E6B-39A1-422D-8337-3A8C906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80E13-7F5A-4076-994A-05835D7E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859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DD321-7EDE-426A-AC7A-FDFDD446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EB792-8A7C-4DB6-8B32-87ABA479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859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5CCBD-FD38-4AC0-B3B7-E959E6B8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8120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实用性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53FEC-FF65-44DC-8F84-FE4A10B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CAE4-5BC9-49EB-B411-43D6FDF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展示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4006A-FBC6-4393-8BE0-5368379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8595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55912-5690-439E-96F3-28AEE73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81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当前处理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0F0C-F3D9-492E-8830-0B5AB26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B14B4-A7AB-466C-81E6-B0BE3DC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SABRE / LightSABRE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82C42-E0B6-4DF4-8A28-72BE6467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3FCF6-E06D-4B14-AF7A-84C7813E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98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实用强基线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2A757-1F51-497F-859E-2C8D0E0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860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3C93B-7AE9-45EA-B56A-E928DB48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2B66F-6EA4-441D-98BB-30D6BD17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035CF-33B0-42F6-B9A0-EBEFC93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中-高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A5465-2119-480F-B055-35579361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E81B2-4240-45B7-BC77-206AFFA3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098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网站保底主线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76FD8-56F3-49BA-AC83-330B995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8EB8E-1C51-4A9A-9342-EFC6C2A0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lookahead / decay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7AAA0-2AAD-4F25-A997-E703FAB1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D60836-C820-467B-8255-7FA06698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启发式选择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A8D0D-0235-4935-A979-5859E347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76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3CAED-ABFA-40F5-A85A-F26F86C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003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9146B-144F-416F-85BE-4553631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CF7D6-558A-4E3A-B736-537A601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5B47EA-E45B-4820-8AA2-8DAF9A18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765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3D772-63C1-4C42-AE94-9809CBC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默认算法候选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89347-DE8E-4B74-8656-5C96D58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923C64-A3EC-4748-B0C7-1475AEF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Beam / bounded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2CE43-500D-4498-AD16-041AFAF6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671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4D929E-06CF-4A89-9E5C-6069F863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909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无训练搜索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31F44B-AE0F-4BE3-8E5C-9C8E599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671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E91FB7-7DDA-4F95-B00E-ED87AD35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5909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CE6FFA-8F48-4F1D-B52E-CF59A699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D226DD-0FBD-4AF9-BDA1-0CAEA48F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909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2768FC-9036-4F47-B06F-D33FD13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671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93FCD3-5801-4913-9CB7-3333A5A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909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负样本或小实验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230D96-FF11-4227-B707-B83D234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5616F2-B16A-4CF1-986C-12670089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MCTS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ECF8BA-F713-499B-847D-F40CBE3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2E4699-D901-4E4A-A1A0-F53886E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81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可解释搜索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5F8D27-BBA6-46DD-82CA-88CE6597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576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6D8EBF-FF7A-4732-8C61-94C719C5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1814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6C1E56-E0D4-4A6E-8064-8BE0247B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D0D585-57A7-45A1-BC15-26E2062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8147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B29E92-F8CD-474E-BE38-C1A34B3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576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43B6F9-D9C7-42DB-98D2-E37032B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8147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只做小规模对照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5B8C83-8CC1-4332-8317-05BDC7F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264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A4FE2F-78E0-4D6E-8405-B0E515A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GNN+MCTS / RL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6D9A5D-CC7E-4FE4-950B-2D3376C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D4CE32-F466-45B0-96FA-4C4EB36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720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前沿学习路线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D5DF97-3B35-465E-A7BD-402558B5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6482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A64F7D-6D01-4F09-93BD-98E0DF7B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720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低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05BDA5-AFFA-45F6-B73F-092BDD8B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DE027B-BADB-45BC-AF4C-B2C4B990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72025"/>
            <a:ext cx="809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很高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695214-0D60-4FE7-892B-C3F3A0F3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482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4D3298-B99F-4B0A-AD64-A8D643F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720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背景与风险复盘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EBA975-4379-43B0-9AC2-E600B8F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E4ABDB-8FED-4CDD-99CA-A528E5A9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10225"/>
            <a:ext cx="518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原则：先证据，后承诺；先 baseline，后 AI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AB029E-791C-4C21-8F6D-625119F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Sources include Qiskit routing docs, LightSABRE, QRoute, AlphaRouter, and MQT Bench references recorded in the macro board.</a:t>
            </a:r>
          </a:p>
        </p:txBody>
      </p:sp>
    </p:spTree>
    <p:extLst>
      <p:ext uri="{BB962C8B-B14F-4D97-AF65-F5344CB8AC3E}">
        <p14:creationId xmlns:p14="http://schemas.microsoft.com/office/powerpoint/2010/main" val="244047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49B91-4E74-42AF-B6BC-5513394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CE841-53CE-4E77-9048-51ADD7D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F182-0BB0-4B12-9862-304643A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04 / HEURISTIC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1F0DA-26AB-43FF-B3E3-EAE03B6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Lookahead 是当前最稳妥的网站默认算法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37EF3-63F3-467C-BFD6-5E50BF1B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1CFE2-6D9F-4B84-8755-C77B3FA9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Qiskit SabreSwap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5ECFA-D03D-4037-99AB-29C31ED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LightSABRE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B29ED-1CB7-4DC8-9802-A9F8540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当前实现包含 LightSABRE modifications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3961-53E0-4C68-9243-234AD11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7D49B-F233-4CFA-9868-6BC5333A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网站默认口径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264CF-2C70-4907-8E61-BED2F10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trials=1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D473A-79C2-4BFA-9198-006FE833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seed=42，保证 static/live 可复现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660F9-BB51-425B-99F0-F073348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8E86B-49B9-4DD0-AB17-FCCFC80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高压力样例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3696C-5AD2-4401-95F7-683AB250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t>QFT-10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1B9E0-A310-4427-A8ED-E041633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最能看出 heuristic 差异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69633-DEDA-45D0-B006-B6C4E0B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81400"/>
            <a:ext cx="885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D869C-1E99-4E5A-883F-FF026E0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90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qft10 SWAP 对比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7BE42-E9FC-4DB0-A375-49FFA1B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basic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66867-F272-4996-9CB0-BA2F9F96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10050"/>
            <a:ext cx="520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5EABA-4776-42B0-8EE4-5F9E8D44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54601-EC9E-4915-A801-B2EFF18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lookahead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8976B-6CA8-42AD-89FF-6C2D274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3590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6FDCB-D5A8-449E-BF56-D471B1A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624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162E9-EC38-4C5C-A88B-E3EC471B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decay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90981-14D9-481C-9C8F-6ADE5F7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339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DF2D0-1C00-493C-B595-6FE2A0C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244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37773D-0069-4196-8091-E199206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673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结论：默认不追求“最复杂”，而选择能稳定进网站、能解释、能复现的 heuristic。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65362-B847-4A71-A6B4-BAD300D5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Required evidence: qft10 basic=42, lookahead=29, decay=30; default is lookahead + seed=42 + trials=1.</a:t>
            </a:r>
          </a:p>
        </p:txBody>
      </p:sp>
    </p:spTree>
    <p:extLst>
      <p:ext uri="{BB962C8B-B14F-4D97-AF65-F5344CB8AC3E}">
        <p14:creationId xmlns:p14="http://schemas.microsoft.com/office/powerpoint/2010/main" val="11898335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0A29E-51C3-4929-84CD-42534C0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AB11A-910C-4E3A-8932-ED34A07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C3A7A-98CB-4E91-9C0A-D4FDF911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05 / FAILURE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CC470-627E-4972-AFA1-EFFEEF5E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V14 AI router 是真实工作量，但不能作为默认算法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B4F29-527B-47B0-A964-4DCB614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D93DF-F2CB-4831-A257-BEA01FBE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SABRE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B37AE-AA94-4ABF-A0F3-FA2EDF0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5267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12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49DD1-5597-4169-849E-4B5F984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MQT-Bench circuits 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229CC-5A1E-444A-9568-6410F82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3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C509C-FE49-480C-8FA1-10A1C28B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859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V14 AI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EDAE-E12C-49D7-B872-E0FD2FF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4 /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6D592-50D8-4F5A-BF8F-D5B63EC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33675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completed circuits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EFF22-DF5E-43FB-8D85-2208A9B8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3E0B2-5830-48A0-BFF8-88258ED6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AI beats SABRE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9435A-2A31-4B2F-8117-981D9AA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5267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0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2792C-44B7-4587-85EA-3DE99E5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no win among comparable completed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8D287-8460-4685-8DA1-91142D6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8858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9C53C-6563-464C-BE68-4C5F1146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386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展示价值不等于性能胜利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B6237-2724-491D-A1CC-A307799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577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这不是要隐藏失败，而是把失败变成算法筛选证据：学习型路线有工程投入，但当前完成率和胜率不足，网站默认必须回到可靠 baseline。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888BA-33CC-4864-8AAB-29F1C96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48300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禁止口径：宣称 AI 胜出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2AD75-DC9D-4415-BF83-EB499E76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Source: models/v14_tokyo20/eval_report_mqt.md summarized in macro board.</a:t>
            </a:r>
          </a:p>
        </p:txBody>
      </p:sp>
    </p:spTree>
    <p:extLst>
      <p:ext uri="{BB962C8B-B14F-4D97-AF65-F5344CB8AC3E}">
        <p14:creationId xmlns:p14="http://schemas.microsoft.com/office/powerpoint/2010/main" val="3589731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BDC9D-9C8F-4BA3-ABEE-551C9CD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C856B-B066-4D2B-B8D1-BD1CDB5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75901-03B6-454C-99F5-FDFB496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06 / LIVE TOOL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5020D-2B79-43D8-B5C3-AC333D4D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网站已经能作为工具运行：本地 API 返回可复现结果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f054675304068"/>
          <a:srcRect xmlns:a="http://schemas.openxmlformats.org/drawingml/2006/main" l="0" t="21506" r="0" b="21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04850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6FCDD-1F65-4648-AB1B-530C4B78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B916A-477C-4517-A613-61FB9390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Live API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24408-6E15-4925-8B90-A56043E2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QFT-10 + lookahead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status OK · SWAP 29 · depth 156 · match yes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93C48-4772-4DCF-BAA8-25129F02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4CA72-ADC4-488A-AEC9-6AB0A2C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t>Workload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9F9C-CC13-43C3-8BB4-9C54BB6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API、页面、checked-in QASM、静态表和测试能互相验证，不只是截图展示。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B598E-25E3-4417-BC7B-359E8232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86E21-8284-4438-8369-829A288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9FED0-DBDD-45F4-A4E3-1153DADF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默认仍是实用 baseline；AI/V14/V15 只作为失败复盘和研究证据。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1BC9A-C6D4-40BD-B209-252748CE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Evidence screenshot: docs/assets/screenshots/website-live-api-qft10.png; browser validation recorded in macro board §25.</a:t>
            </a:r>
          </a:p>
        </p:txBody>
      </p:sp>
    </p:spTree>
    <p:extLst>
      <p:ext uri="{BB962C8B-B14F-4D97-AF65-F5344CB8AC3E}">
        <p14:creationId xmlns:p14="http://schemas.microsoft.com/office/powerpoint/2010/main" val="7024902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30F9A-8C85-4994-9FD5-7A7B6AD6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A6D4D-0262-4535-A6BA-596DB2BE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2B7C8-BD64-4F67-A869-E208C29B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07 / DECISION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7FC3D-A733-439B-A366-0D15DFA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实用 baseline 先行，搜索和学习路线谨慎推进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066B-0B74-423A-8E2F-BCAA4B39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47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2D654-2922-4E32-A3BD-9595697C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D6C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9C40-9DAD-47DB-B636-AD543A3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SABRE / LightSABRE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57F19-0588-4BFA-BD1F-7AA6DA5B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保留为强基线和网站保底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AA726-594B-4038-AA77-2D222FCE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66A26-DFB0-4850-8F76-0923671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7DDC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7BD9D-7D68-4605-96F6-9878DF73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F1BA2-6595-4C5E-ACB6-53626786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heuristic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2D759-9205-4F58-B58D-9B2660A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basic / lookahead / decay 已进网站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2033E-CF2B-445C-B7D4-DCF1B30C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BE083-A6BD-47D0-ADE2-C3BB1F02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3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8BE75-2375-4173-9026-4A0B9EA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6B6B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9143B-D313-48DB-A59C-431E9687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bounded search 负样本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5FF69-3748-4EB8-BFB6-C893428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qft10: 52 SWAP，差于 lookahead 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78E2C-9120-4169-AFEA-FFF4D8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40E37-A2CA-4AD0-BD17-E7727A9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9F0E1-8BE7-41F2-AAD9-A48EF5A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B6D00-4EC4-4C1E-84EA-680D023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multi-trial / trace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2C608-489A-49D7-BD9A-96AAE50E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先增强解释和可复现模式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84503-5265-4FEE-BCA0-9EBD82E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38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5EC3B-7937-471B-95B2-9373F95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762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19050">
            <a:solidFill>
              <a:srgbClr val="8EA0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919E1-F912-4862-8D76-D8C3506F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C02F5-2CBA-4CD2-96C5-121DF21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1419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MCTS / learning route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EA66F-D87B-4E89-AA9A-A845CC2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必须先小实验，不直接长训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81CA5-95DC-4F35-9D2E-147D9C8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895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F7F1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97D60-56AA-4A00-BDDF-CF7E219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86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当前交付结论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97B237-157A-41B4-8096-DA636BF5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958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t>先交付 LightSABRE / SabreSwap heuristic lab + live API；bounded search 作为失败分析证据，不进入网站默认算法。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D55F55-B8EF-4A2E-AAD6-F04B129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EA0B8"/>
                </a:solidFill>
                <a:latin typeface="Aptos"/>
                <a:ea typeface="Aptos"/>
                <a:cs typeface="Aptos"/>
              </a:defRPr>
            </a:pPr>
            <a:r>
              <a:t>Next: confirm member contribution details, then refine final submission package.</a:t>
            </a:r>
          </a:p>
        </p:txBody>
      </p:sp>
    </p:spTree>
    <p:extLst>
      <p:ext uri="{BB962C8B-B14F-4D97-AF65-F5344CB8AC3E}">
        <p14:creationId xmlns:p14="http://schemas.microsoft.com/office/powerpoint/2010/main" val="735616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2026-05-29T14:03:16.4960000Z</dcterms:created>
  <dcterms:modified xsi:type="dcterms:W3CDTF">2026-05-29T14:03:16.4960000Z</dcterms:modified>
</coreProperties>
</file>